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01F4BB-A7C4-4B11-B602-732E3490746E}" v="1" dt="2026-07-27T05:06:48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dsaladi84@gmail.com" userId="b87a3b2e8ef793a0" providerId="LiveId" clId="{E5C28205-12BB-484D-8C26-FC88E91599EC}"/>
    <pc:docChg chg="modSld">
      <pc:chgData name="prasadsaladi84@gmail.com" userId="b87a3b2e8ef793a0" providerId="LiveId" clId="{E5C28205-12BB-484D-8C26-FC88E91599EC}" dt="2026-07-27T05:07:17.510" v="50" actId="20577"/>
      <pc:docMkLst>
        <pc:docMk/>
      </pc:docMkLst>
      <pc:sldChg chg="addSp modSp mod">
        <pc:chgData name="prasadsaladi84@gmail.com" userId="b87a3b2e8ef793a0" providerId="LiveId" clId="{E5C28205-12BB-484D-8C26-FC88E91599EC}" dt="2026-07-27T05:07:17.510" v="50" actId="20577"/>
        <pc:sldMkLst>
          <pc:docMk/>
          <pc:sldMk cId="2736747931" sldId="256"/>
        </pc:sldMkLst>
        <pc:spChg chg="add mod">
          <ac:chgData name="prasadsaladi84@gmail.com" userId="b87a3b2e8ef793a0" providerId="LiveId" clId="{E5C28205-12BB-484D-8C26-FC88E91599EC}" dt="2026-07-27T05:07:17.510" v="50" actId="20577"/>
          <ac:spMkLst>
            <pc:docMk/>
            <pc:sldMk cId="2736747931" sldId="256"/>
            <ac:spMk id="2" creationId="{8F473F6B-612F-C97F-ED8D-5C7D722B04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787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10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57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17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64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51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73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215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29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466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9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05ECB6A-705E-4E06-AB1F-9CB2200DCFC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02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D8E9B2-DF9A-D373-61BD-CA8C0033A5C4}"/>
              </a:ext>
            </a:extLst>
          </p:cNvPr>
          <p:cNvSpPr txBox="1"/>
          <p:nvPr/>
        </p:nvSpPr>
        <p:spPr>
          <a:xfrm>
            <a:off x="363794" y="4559709"/>
            <a:ext cx="5506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:</a:t>
            </a:r>
          </a:p>
          <a:p>
            <a:r>
              <a:rPr lang="en-US" dirty="0"/>
              <a:t> S Durga Prasad (192472091)</a:t>
            </a:r>
          </a:p>
          <a:p>
            <a:r>
              <a:rPr lang="en-US" dirty="0"/>
              <a:t>G Manoj (192312234)</a:t>
            </a:r>
          </a:p>
          <a:p>
            <a:r>
              <a:rPr lang="en-US" dirty="0"/>
              <a:t>Tharun Sai Gangadhar P (192521486)</a:t>
            </a:r>
          </a:p>
          <a:p>
            <a:r>
              <a:rPr lang="en-US" dirty="0"/>
              <a:t>Purushothaman N ( 192421313)</a:t>
            </a:r>
          </a:p>
          <a:p>
            <a:r>
              <a:rPr lang="en-US" dirty="0"/>
              <a:t>Jagan R(192321102)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F1880-FA78-BBDD-44D1-BAC7E77A4F13}"/>
              </a:ext>
            </a:extLst>
          </p:cNvPr>
          <p:cNvSpPr txBox="1"/>
          <p:nvPr/>
        </p:nvSpPr>
        <p:spPr>
          <a:xfrm>
            <a:off x="2998839" y="1994491"/>
            <a:ext cx="6194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CO-1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0A5C4-BF1D-4AB8-1212-D5327B6577ED}"/>
              </a:ext>
            </a:extLst>
          </p:cNvPr>
          <p:cNvSpPr txBox="1"/>
          <p:nvPr/>
        </p:nvSpPr>
        <p:spPr>
          <a:xfrm>
            <a:off x="2281084" y="2772180"/>
            <a:ext cx="7246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Assesment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 - 3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A7415-12AD-E8FF-0706-F6200FFFC4FE}"/>
              </a:ext>
            </a:extLst>
          </p:cNvPr>
          <p:cNvSpPr txBox="1"/>
          <p:nvPr/>
        </p:nvSpPr>
        <p:spPr>
          <a:xfrm>
            <a:off x="3116826" y="1155247"/>
            <a:ext cx="6744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A3B87F-2B44-4D18-7854-D67248E639DC}"/>
              </a:ext>
            </a:extLst>
          </p:cNvPr>
          <p:cNvSpPr txBox="1"/>
          <p:nvPr/>
        </p:nvSpPr>
        <p:spPr>
          <a:xfrm>
            <a:off x="1209368" y="3572832"/>
            <a:ext cx="886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 – 0515 COMPUTER VISION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Saveetha Institute of Medical And Technical Sciences (SIMATS ...">
            <a:extLst>
              <a:ext uri="{FF2B5EF4-FFF2-40B4-BE49-F238E27FC236}">
                <a16:creationId xmlns:a16="http://schemas.microsoft.com/office/drawing/2014/main" id="{64706D12-267A-B9C6-758E-675296963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684" y="129049"/>
            <a:ext cx="1316293" cy="1316293"/>
          </a:xfrm>
          <a:prstGeom prst="rect">
            <a:avLst/>
          </a:prstGeom>
        </p:spPr>
      </p:pic>
      <p:pic>
        <p:nvPicPr>
          <p:cNvPr id="12" name="Picture 11" descr="Saveetha University">
            <a:extLst>
              <a:ext uri="{FF2B5EF4-FFF2-40B4-BE49-F238E27FC236}">
                <a16:creationId xmlns:a16="http://schemas.microsoft.com/office/drawing/2014/main" id="{5A52826D-D4E3-2F78-3872-C2B68669A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81" y="154024"/>
            <a:ext cx="3377380" cy="9084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473F6B-612F-C97F-ED8D-5C7D722B04CE}"/>
              </a:ext>
            </a:extLst>
          </p:cNvPr>
          <p:cNvSpPr txBox="1"/>
          <p:nvPr/>
        </p:nvSpPr>
        <p:spPr>
          <a:xfrm>
            <a:off x="8878824" y="4910328"/>
            <a:ext cx="2844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Guided By:</a:t>
            </a:r>
          </a:p>
          <a:p>
            <a:r>
              <a:rPr lang="en-IN" dirty="0"/>
              <a:t>Dr. M.J Carmel Mary Belinda</a:t>
            </a:r>
          </a:p>
        </p:txBody>
      </p:sp>
    </p:spTree>
    <p:extLst>
      <p:ext uri="{BB962C8B-B14F-4D97-AF65-F5344CB8AC3E}">
        <p14:creationId xmlns:p14="http://schemas.microsoft.com/office/powerpoint/2010/main" val="273674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B59162-6EA9-5051-CC86-96CC526208F9}"/>
              </a:ext>
            </a:extLst>
          </p:cNvPr>
          <p:cNvSpPr txBox="1"/>
          <p:nvPr/>
        </p:nvSpPr>
        <p:spPr>
          <a:xfrm>
            <a:off x="304800" y="1331704"/>
            <a:ext cx="6381135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Sampling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 continuous image into discrete pixels.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amount of spatial information captured.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Influences image quality during digitization.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basis of digital image processing. 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Resolution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total number of pixels in an image.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Expressed as Width × Height (e.g., 1920 × 1080).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resolution captures finer details.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image clarity and visual perception.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E5188-F198-8CDF-A7CB-828E7B8259C7}"/>
              </a:ext>
            </a:extLst>
          </p:cNvPr>
          <p:cNvSpPr txBox="1"/>
          <p:nvPr/>
        </p:nvSpPr>
        <p:spPr>
          <a:xfrm>
            <a:off x="1858296" y="529820"/>
            <a:ext cx="8475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Sampling and Resolution</a:t>
            </a:r>
          </a:p>
        </p:txBody>
      </p:sp>
      <p:pic>
        <p:nvPicPr>
          <p:cNvPr id="6" name="Picture 5" descr="20 Image Sampling and Aliasing – Foundations of Computer Vision">
            <a:extLst>
              <a:ext uri="{FF2B5EF4-FFF2-40B4-BE49-F238E27FC236}">
                <a16:creationId xmlns:a16="http://schemas.microsoft.com/office/drawing/2014/main" id="{D660549E-827B-7BA2-99F3-5D1815359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122" y="1559300"/>
            <a:ext cx="5388078" cy="458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82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7FD0-C49A-FDE7-5BE6-44465014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A721F5-E99C-384F-EE72-DD733C0CB855}"/>
              </a:ext>
            </a:extLst>
          </p:cNvPr>
          <p:cNvSpPr txBox="1"/>
          <p:nvPr/>
        </p:nvSpPr>
        <p:spPr>
          <a:xfrm>
            <a:off x="78656" y="1922041"/>
            <a:ext cx="5948517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determines the number of pixels representing an image.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sampling density results in higher image resolution.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resolution preserves more image details.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resolution improves feature extraction and analysis.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sampling ensures accurate digital representation.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ECF01-BA00-D22F-EDB8-2150B757562A}"/>
              </a:ext>
            </a:extLst>
          </p:cNvPr>
          <p:cNvSpPr txBox="1"/>
          <p:nvPr/>
        </p:nvSpPr>
        <p:spPr>
          <a:xfrm>
            <a:off x="1632155" y="967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Sampling and Resolution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D1A19C-88AB-DD34-2CE9-6527AEDC9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671" y="1297097"/>
            <a:ext cx="6056673" cy="500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1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F25D1-319B-5007-7602-59D5ADD8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E0CA38-5B2A-472D-A458-4A567039F094}"/>
              </a:ext>
            </a:extLst>
          </p:cNvPr>
          <p:cNvSpPr txBox="1"/>
          <p:nvPr/>
        </p:nvSpPr>
        <p:spPr>
          <a:xfrm>
            <a:off x="127820" y="2201817"/>
            <a:ext cx="5781368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sampling causes information loss and blurred images.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sampling introduces aliasing and distortion.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sampling increases storage and memory requirements.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sampling also increases computational complexity.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an optimal sampling rate is essential for efficient image processing.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F72E6-B4E6-3AFD-669D-25B23917E55E}"/>
              </a:ext>
            </a:extLst>
          </p:cNvPr>
          <p:cNvSpPr txBox="1"/>
          <p:nvPr/>
        </p:nvSpPr>
        <p:spPr>
          <a:xfrm>
            <a:off x="1592826" y="6215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Underlying Problem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96482-122B-3AD2-75AF-11A7266D5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188" y="1455173"/>
            <a:ext cx="6096000" cy="486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71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2869-5DCA-BD37-1AB3-3AA2C711A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B9A82-238B-106C-44D0-293B0ABA5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3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59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DEF8-775D-E3A0-1781-DFAF95B2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15D4FA-6357-4879-2D64-C1E427CB633E}"/>
              </a:ext>
            </a:extLst>
          </p:cNvPr>
          <p:cNvSpPr txBox="1"/>
          <p:nvPr/>
        </p:nvSpPr>
        <p:spPr>
          <a:xfrm>
            <a:off x="1337188" y="5343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Nyquist Sampling Principle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E5A37-2DCE-A9C9-D1AE-9877678E0636}"/>
              </a:ext>
            </a:extLst>
          </p:cNvPr>
          <p:cNvSpPr txBox="1"/>
          <p:nvPr/>
        </p:nvSpPr>
        <p:spPr>
          <a:xfrm>
            <a:off x="78657" y="1896380"/>
            <a:ext cx="5427408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Nyquist theorem defines the minimum required sampling rate.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frequency should be at least twice the highest image frequency.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 sampling prevents aliasing artifacts. Ensures accurate reconstruction of the original image.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Widely applied in digital imaging and signal processing.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296EED-F556-5B6B-262C-0ACBF0B8C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967" y="1615259"/>
            <a:ext cx="6563033" cy="455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79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3592-EABE-0765-93EF-E8F93B2C3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F35B2B-EB7E-44F4-02AD-3DADC2B51363}"/>
              </a:ext>
            </a:extLst>
          </p:cNvPr>
          <p:cNvSpPr txBox="1"/>
          <p:nvPr/>
        </p:nvSpPr>
        <p:spPr>
          <a:xfrm>
            <a:off x="2487561" y="9263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1BA539-A322-6BB0-E443-9EAB7BF1B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069680"/>
              </p:ext>
            </p:extLst>
          </p:nvPr>
        </p:nvGraphicFramePr>
        <p:xfrm>
          <a:off x="1066800" y="2180242"/>
          <a:ext cx="10058400" cy="21945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3483786746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3316448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Low Sampling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High Sampling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079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 Resolution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Resolution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34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Loss of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Detail Preservation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992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Smaller File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Larger File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297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 Processing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52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Higher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106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669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2C5EF-1E86-18BD-88AE-02509617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C328BC-BF38-EE78-387E-41B42DEA8B88}"/>
              </a:ext>
            </a:extLst>
          </p:cNvPr>
          <p:cNvSpPr txBox="1"/>
          <p:nvPr/>
        </p:nvSpPr>
        <p:spPr>
          <a:xfrm>
            <a:off x="2015611" y="5920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B5D6D-CD11-249A-C08E-D7266B544564}"/>
              </a:ext>
            </a:extLst>
          </p:cNvPr>
          <p:cNvSpPr txBox="1"/>
          <p:nvPr/>
        </p:nvSpPr>
        <p:spPr>
          <a:xfrm>
            <a:off x="530941" y="2121676"/>
            <a:ext cx="11130117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Sampling converts continuous images into digital pixel representations.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Resolution directly depends on the sampling density. Proper sampling minimizes aliasing and information loss.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Higher resolution improves image interpretation and analysis.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Optimal sampling balances image quality, storage, and computational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427007524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53</TotalTime>
  <Words>350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Tharun Sai</dc:creator>
  <cp:lastModifiedBy>prasadsaladi84@gmail.com</cp:lastModifiedBy>
  <cp:revision>2</cp:revision>
  <dcterms:created xsi:type="dcterms:W3CDTF">2026-07-22T05:05:38Z</dcterms:created>
  <dcterms:modified xsi:type="dcterms:W3CDTF">2026-07-27T05:07:25Z</dcterms:modified>
</cp:coreProperties>
</file>